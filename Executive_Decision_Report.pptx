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Decision Report &amp; 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Business Intelligence Analytics Portfolio | RabTech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Dataset: 10,000 business transactions</a:t>
            </a:r>
          </a:p>
          <a:p>
            <a:pPr>
              <a:spcAft>
                <a:spcPts val="1200"/>
              </a:spcAft>
              <a:defRPr sz="2100"/>
            </a:pPr>
            <a:r>
              <a:t>Revenue analyzed: ₹25,837,984</a:t>
            </a:r>
          </a:p>
          <a:p>
            <a:pPr>
              <a:spcAft>
                <a:spcPts val="1200"/>
              </a:spcAft>
              <a:defRPr sz="2100"/>
            </a:pPr>
            <a:r>
              <a:t>Profit analyzed: ₹3,472,333</a:t>
            </a:r>
          </a:p>
          <a:p>
            <a:pPr>
              <a:spcAft>
                <a:spcPts val="1200"/>
              </a:spcAft>
              <a:defRPr sz="2100"/>
            </a:pPr>
            <a:r>
              <a:t>Objective: convert analytics into actionable executive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Revenue of ₹25,837,984 generated across 10,000 transactions.</a:t>
            </a:r>
          </a:p>
          <a:p>
            <a:pPr>
              <a:spcAft>
                <a:spcPts val="1200"/>
              </a:spcAft>
              <a:defRPr sz="1800"/>
            </a:pPr>
            <a:r>
              <a:t>Average Order Value is ₹2,584; overall profit margin is 13.4%.</a:t>
            </a:r>
          </a:p>
          <a:p>
            <a:pPr>
              <a:spcAft>
                <a:spcPts val="1200"/>
              </a:spcAft>
              <a:defRPr sz="1800"/>
            </a:pPr>
            <a:r>
              <a:t>Clothing is the leading revenue category.</a:t>
            </a:r>
          </a:p>
          <a:p>
            <a:pPr>
              <a:spcAft>
                <a:spcPts val="1200"/>
              </a:spcAft>
              <a:defRPr sz="1800"/>
            </a:pPr>
            <a:r>
              <a:t>West is the strongest region by revenue.</a:t>
            </a:r>
          </a:p>
          <a:p>
            <a:pPr>
              <a:spcAft>
                <a:spcPts val="1200"/>
              </a:spcAft>
              <a:defRPr sz="1800"/>
            </a:pPr>
            <a:r>
              <a:t>Priority: protect profitable demand, optimize discounting, and scale high-performing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Revenue: ₹25,837,984</a:t>
            </a:r>
          </a:p>
          <a:p>
            <a:pPr>
              <a:spcAft>
                <a:spcPts val="1200"/>
              </a:spcAft>
              <a:defRPr sz="2000"/>
            </a:pPr>
            <a:r>
              <a:t>Profit: ₹3,472,333</a:t>
            </a:r>
          </a:p>
          <a:p>
            <a:pPr>
              <a:spcAft>
                <a:spcPts val="1200"/>
              </a:spcAft>
              <a:defRPr sz="2000"/>
            </a:pPr>
            <a:r>
              <a:t>Customers: 5,692</a:t>
            </a:r>
          </a:p>
          <a:p>
            <a:pPr>
              <a:spcAft>
                <a:spcPts val="1200"/>
              </a:spcAft>
              <a:defRPr sz="2000"/>
            </a:pPr>
            <a:r>
              <a:t>Average Order Value: ₹2,584</a:t>
            </a:r>
          </a:p>
          <a:p>
            <a:pPr>
              <a:spcAft>
                <a:spcPts val="1200"/>
              </a:spcAft>
              <a:defRPr sz="2000"/>
            </a:pPr>
            <a:r>
              <a:t>Profit Margin: 13.4%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Analytical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 ingestion and cleaning with Pandas.</a:t>
            </a:r>
          </a:p>
          <a:p>
            <a:pPr>
              <a:spcAft>
                <a:spcPts val="1200"/>
              </a:spcAft>
              <a:defRPr sz="1800"/>
            </a:pPr>
            <a:r>
              <a:t>Missing values, duplicates, inconsistent types and outliers handled.</a:t>
            </a:r>
          </a:p>
          <a:p>
            <a:pPr>
              <a:spcAft>
                <a:spcPts val="1200"/>
              </a:spcAft>
              <a:defRPr sz="1800"/>
            </a:pPr>
            <a:r>
              <a:t>EDA using descriptive statistics, distributions, box plots and correlation analysis.</a:t>
            </a:r>
          </a:p>
          <a:p>
            <a:pPr>
              <a:spcAft>
                <a:spcPts val="1200"/>
              </a:spcAft>
              <a:defRPr sz="1800"/>
            </a:pPr>
            <a:r>
              <a:t>Interactive dashboard built with Streamlit + Plotly.</a:t>
            </a:r>
          </a:p>
          <a:p>
            <a:pPr>
              <a:spcAft>
                <a:spcPts val="1200"/>
              </a:spcAft>
              <a:defRPr sz="1800"/>
            </a:pPr>
            <a:r>
              <a:t>Insights translated into business recommendations, ROI projections and implementation phases.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Revenue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Top category by revenue: Clothing.</a:t>
            </a:r>
          </a:p>
          <a:p>
            <a:pPr>
              <a:spcAft>
                <a:spcPts val="1200"/>
              </a:spcAft>
              <a:defRPr sz="1800"/>
            </a:pPr>
            <a:r>
              <a:t>Top region by revenue: West.</a:t>
            </a:r>
          </a:p>
          <a:p>
            <a:pPr>
              <a:spcAft>
                <a:spcPts val="1200"/>
              </a:spcAft>
              <a:defRPr sz="1800"/>
            </a:pPr>
            <a:r>
              <a:t>Highest category revenue: ₹5,218,728.</a:t>
            </a:r>
          </a:p>
          <a:p>
            <a:pPr>
              <a:spcAft>
                <a:spcPts val="1200"/>
              </a:spcAft>
              <a:defRPr sz="1800"/>
            </a:pPr>
            <a:r>
              <a:t>Category and regional performance should guide inventory, marketing and sales allocation.</a:t>
            </a:r>
          </a:p>
          <a:p>
            <a:pPr>
              <a:spcAft>
                <a:spcPts val="1200"/>
              </a:spcAft>
              <a:defRPr sz="1800"/>
            </a:pPr>
            <a:r>
              <a:t>Use dashboard filters to drill into category, region and time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Profitability &amp; Risk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Overall profit margin: 13.4%.</a:t>
            </a:r>
          </a:p>
          <a:p>
            <a:pPr>
              <a:spcAft>
                <a:spcPts val="1200"/>
              </a:spcAft>
              <a:defRPr sz="1800"/>
            </a:pPr>
            <a:r>
              <a:t>Best region by total profit: West.</a:t>
            </a:r>
          </a:p>
          <a:p>
            <a:pPr>
              <a:spcAft>
                <a:spcPts val="1200"/>
              </a:spcAft>
              <a:defRPr sz="1800"/>
            </a:pPr>
            <a:r>
              <a:t>High discounting can reduce unit economics and should be monitored.</a:t>
            </a:r>
          </a:p>
          <a:p>
            <a:pPr>
              <a:spcAft>
                <a:spcPts val="1200"/>
              </a:spcAft>
              <a:defRPr sz="1800"/>
            </a:pPr>
            <a:r>
              <a:t>Revenue concentration in leading categories creates dependency risk.</a:t>
            </a:r>
          </a:p>
          <a:p>
            <a:pPr>
              <a:spcAft>
                <a:spcPts val="1200"/>
              </a:spcAft>
              <a:defRPr sz="1800"/>
            </a:pPr>
            <a:r>
              <a:t>Recommended control: weekly KPI review with category and regional drill-down.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 1 — Optimize Discounting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Introduce discount guardrails by category and customer segment.</a:t>
            </a:r>
          </a:p>
          <a:p>
            <a:pPr>
              <a:spcAft>
                <a:spcPts val="1200"/>
              </a:spcAft>
              <a:defRPr sz="1800"/>
            </a:pPr>
            <a:r>
              <a:t>Prioritize targeted offers over blanket discounts.</a:t>
            </a:r>
          </a:p>
          <a:p>
            <a:pPr>
              <a:spcAft>
                <a:spcPts val="1200"/>
              </a:spcAft>
              <a:defRPr sz="1800"/>
            </a:pPr>
            <a:r>
              <a:t>Track revenue, profit margin and order value together.</a:t>
            </a:r>
          </a:p>
          <a:p>
            <a:pPr>
              <a:spcAft>
                <a:spcPts val="1200"/>
              </a:spcAft>
              <a:defRPr sz="1800"/>
            </a:pPr>
            <a:r>
              <a:t>Decision trigger: reduce promotions where margin falls below the agreed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 2 — Scale Winners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Increase inventory and campaign focus on Clothing.</a:t>
            </a:r>
          </a:p>
          <a:p>
            <a:pPr>
              <a:spcAft>
                <a:spcPts val="1200"/>
              </a:spcAft>
              <a:defRPr sz="1800"/>
            </a:pPr>
            <a:r>
              <a:t>Use West as a benchmark for regional execution.</a:t>
            </a:r>
          </a:p>
          <a:p>
            <a:pPr>
              <a:spcAft>
                <a:spcPts val="1200"/>
              </a:spcAft>
              <a:defRPr sz="1800"/>
            </a:pPr>
            <a:r>
              <a:t>Replicate successful pricing and product-mix practices in weaker regions.</a:t>
            </a:r>
          </a:p>
          <a:p>
            <a:pPr>
              <a:spcAft>
                <a:spcPts val="1200"/>
              </a:spcAft>
              <a:defRPr sz="1800"/>
            </a:pPr>
            <a:r>
              <a:t>Review category performance monthly and reallocate budget toward high-ROI segments.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 3 — Executive KPI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Use the interactive dashboard as the single performance view.</a:t>
            </a:r>
          </a:p>
          <a:p>
            <a:pPr>
              <a:spcAft>
                <a:spcPts val="1200"/>
              </a:spcAft>
              <a:defRPr sz="1800"/>
            </a:pPr>
            <a:r>
              <a:t>Track Revenue, Profit, Customers, AOV and Profit Margin.</a:t>
            </a:r>
          </a:p>
          <a:p>
            <a:pPr>
              <a:spcAft>
                <a:spcPts val="1200"/>
              </a:spcAft>
              <a:defRPr sz="1800"/>
            </a:pPr>
            <a:r>
              <a:t>Set weekly alerts for material changes in margin or sales.</a:t>
            </a:r>
          </a:p>
          <a:p>
            <a:pPr>
              <a:spcAft>
                <a:spcPts val="1200"/>
              </a:spcAft>
              <a:defRPr sz="1800"/>
            </a:pPr>
            <a:r>
              <a:t>Assign KPI owners and document actions after every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Illustrative ROI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Scenario: a 3% revenue uplift from better targeting and execution.</a:t>
            </a:r>
          </a:p>
          <a:p>
            <a:pPr>
              <a:spcAft>
                <a:spcPts val="1200"/>
              </a:spcAft>
              <a:defRPr sz="1800"/>
            </a:pPr>
            <a:r>
              <a:t>Illustrative incremental revenue: ₹775,140.</a:t>
            </a:r>
          </a:p>
          <a:p>
            <a:pPr>
              <a:spcAft>
                <a:spcPts val="1200"/>
              </a:spcAft>
              <a:defRPr sz="1800"/>
            </a:pPr>
            <a:r>
              <a:t>At the current profit margin, illustrative incremental profit: ₹104,170.</a:t>
            </a:r>
          </a:p>
          <a:p>
            <a:pPr>
              <a:spcAft>
                <a:spcPts val="1200"/>
              </a:spcAft>
              <a:defRPr sz="1800"/>
            </a:pPr>
            <a:r>
              <a:t>These are planning estimates, not guaranteed financial outcomes.</a:t>
            </a:r>
          </a:p>
          <a:p>
            <a:pPr>
              <a:spcAft>
                <a:spcPts val="1200"/>
              </a:spcAft>
              <a:defRPr sz="1800"/>
            </a:pPr>
            <a:r>
              <a:t>Validate the assumptions with finance before committing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Weeks 1–2: finalize KPI definitions, owners and dashboard governance.</a:t>
            </a:r>
          </a:p>
          <a:p>
            <a:pPr>
              <a:spcAft>
                <a:spcPts val="1200"/>
              </a:spcAft>
              <a:defRPr sz="1800"/>
            </a:pPr>
            <a:r>
              <a:t>Weeks 3–4: deploy dashboard and establish baseline metrics.</a:t>
            </a:r>
          </a:p>
          <a:p>
            <a:pPr>
              <a:spcAft>
                <a:spcPts val="1200"/>
              </a:spcAft>
              <a:defRPr sz="1800"/>
            </a:pPr>
            <a:r>
              <a:t>Month 2: pilot discount guardrails and regional/category optimization.</a:t>
            </a:r>
          </a:p>
          <a:p>
            <a:pPr>
              <a:spcAft>
                <a:spcPts val="1200"/>
              </a:spcAft>
              <a:defRPr sz="1800"/>
            </a:pPr>
            <a:r>
              <a:t>Month 3: measure impact, refine strategy and scale successful actions.</a:t>
            </a:r>
          </a:p>
          <a:p>
            <a:pPr>
              <a:spcAft>
                <a:spcPts val="1200"/>
              </a:spcAft>
              <a:defRPr sz="1800"/>
            </a:pPr>
            <a:r>
              <a:t>Quarterly: executive review of ROI, risks and strategic priorities.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Decision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Adopt the dashboard as the primary management reporting layer.</a:t>
            </a:r>
          </a:p>
          <a:p>
            <a:pPr>
              <a:spcAft>
                <a:spcPts val="1200"/>
              </a:spcAft>
              <a:defRPr sz="1800"/>
            </a:pPr>
            <a:r>
              <a:t>Focus commercial resources on high-performing categories and regions.</a:t>
            </a:r>
          </a:p>
          <a:p>
            <a:pPr>
              <a:spcAft>
                <a:spcPts val="1200"/>
              </a:spcAft>
              <a:defRPr sz="1800"/>
            </a:pPr>
            <a:r>
              <a:t>Introduce margin-aware discount controls.</a:t>
            </a:r>
          </a:p>
          <a:p>
            <a:pPr>
              <a:spcAft>
                <a:spcPts val="1200"/>
              </a:spcAft>
              <a:defRPr sz="1800"/>
            </a:pPr>
            <a:r>
              <a:t>Run a 90-day pilot and compare results against the current baseline.</a:t>
            </a:r>
          </a:p>
          <a:p>
            <a:pPr>
              <a:spcAft>
                <a:spcPts val="1200"/>
              </a:spcAft>
              <a:defRPr sz="1800"/>
            </a:pPr>
            <a:r>
              <a:t>Deliverable portfolio: cleaned data + EDA notebook + interactive dashboard + executive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